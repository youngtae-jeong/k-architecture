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4" d="100"/>
          <a:sy n="94" d="100"/>
        </p:scale>
        <p:origin x="96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8E55B-D3C6-47C4-B30B-89E8E9236FFF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689E9-C256-4134-85FC-ECDCD93173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642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8E55B-D3C6-47C4-B30B-89E8E9236FFF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689E9-C256-4134-85FC-ECDCD93173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736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8E55B-D3C6-47C4-B30B-89E8E9236FFF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689E9-C256-4134-85FC-ECDCD93173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160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8E55B-D3C6-47C4-B30B-89E8E9236FFF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689E9-C256-4134-85FC-ECDCD93173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621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8E55B-D3C6-47C4-B30B-89E8E9236FFF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689E9-C256-4134-85FC-ECDCD93173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5169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8E55B-D3C6-47C4-B30B-89E8E9236FFF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689E9-C256-4134-85FC-ECDCD93173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623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8E55B-D3C6-47C4-B30B-89E8E9236FFF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689E9-C256-4134-85FC-ECDCD93173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1205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8E55B-D3C6-47C4-B30B-89E8E9236FFF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689E9-C256-4134-85FC-ECDCD93173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265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8E55B-D3C6-47C4-B30B-89E8E9236FFF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689E9-C256-4134-85FC-ECDCD93173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060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8E55B-D3C6-47C4-B30B-89E8E9236FFF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689E9-C256-4134-85FC-ECDCD93173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84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8E55B-D3C6-47C4-B30B-89E8E9236FFF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689E9-C256-4134-85FC-ECDCD93173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160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8E55B-D3C6-47C4-B30B-89E8E9236FFF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689E9-C256-4134-85FC-ECDCD93173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55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71787" y="276837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pic038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17" y="2095314"/>
            <a:ext cx="5306165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752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987" y="2223083"/>
            <a:ext cx="5088468" cy="24370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787" y="276837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pic014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0099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71787" y="276837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pic023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987" y="2223083"/>
            <a:ext cx="5088468" cy="251669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987" y="2223083"/>
            <a:ext cx="5088468" cy="251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57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463" y="2684477"/>
            <a:ext cx="3647153" cy="21140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787" y="276837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pic0313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462" y="2684476"/>
            <a:ext cx="3647153" cy="211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681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462" y="2869035"/>
            <a:ext cx="3647153" cy="19294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787" y="276837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pic041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7608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768" y="3061982"/>
            <a:ext cx="3108008" cy="16442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787" y="27683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실시설계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4813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71787" y="27683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건축인허가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768" y="3061982"/>
            <a:ext cx="3108008" cy="164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875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71787" y="27683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건축감리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768" y="3061982"/>
            <a:ext cx="3108008" cy="164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383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71787" y="27683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해체공사감리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767" y="3061982"/>
            <a:ext cx="3108009" cy="164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770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4521" y="3143512"/>
            <a:ext cx="400051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787" y="276837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Logo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9523" y="3143512"/>
            <a:ext cx="400050" cy="2857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/>
          <a:srcRect l="1558"/>
          <a:stretch/>
        </p:blipFill>
        <p:spPr>
          <a:xfrm>
            <a:off x="4379708" y="3632433"/>
            <a:ext cx="3108010" cy="164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978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1558"/>
          <a:stretch/>
        </p:blipFill>
        <p:spPr>
          <a:xfrm>
            <a:off x="3943480" y="2080470"/>
            <a:ext cx="3108010" cy="164424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731391" y="3162650"/>
            <a:ext cx="1476462" cy="2097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090" y="2080470"/>
            <a:ext cx="3101340" cy="164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78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10</Words>
  <Application>Microsoft Office PowerPoint</Application>
  <PresentationFormat>와이드스크린</PresentationFormat>
  <Paragraphs>10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15</cp:revision>
  <dcterms:created xsi:type="dcterms:W3CDTF">2024-12-03T05:02:11Z</dcterms:created>
  <dcterms:modified xsi:type="dcterms:W3CDTF">2024-12-03T09:04:59Z</dcterms:modified>
</cp:coreProperties>
</file>